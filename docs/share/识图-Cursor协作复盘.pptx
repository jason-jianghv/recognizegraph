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743681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PingFang SC"/>
              </a:rPr>
              <a:t>学习用 AI</a:t>
            </a:r>
          </a:p>
          <a:p>
            <a:r>
              <a:rPr sz="1800" b="0">
                <a:solidFill>
                  <a:srgbClr val="FFEDE5"/>
                </a:solidFill>
                <a:latin typeface="PingFang SC"/>
              </a:rPr>
              <a:t>我怎么用 · AI 帮我做什么</a:t>
            </a:r>
          </a:p>
          <a:p>
            <a:r>
              <a:rPr sz="1600" b="0">
                <a:solidFill>
                  <a:srgbClr val="FFFFFF"/>
                </a:solidFill>
                <a:latin typeface="PingFang SC"/>
              </a:rPr>
              <a:t>
以「识图」App 为练习场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210312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PingFang SC"/>
              </a:rPr>
              <a:t>今天不是产品路演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PingFang SC"/>
              </a:rPr>
              <a:t>重点：怎么和 AI 协作、学到了什么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727272"/>
                </a:solidFill>
                <a:latin typeface="PingFang SC"/>
              </a:rPr>
              <a:t>案例：儿童拍照识物 App「识图」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727272"/>
                </a:solidFill>
                <a:latin typeface="PingFang SC"/>
              </a:rPr>
              <a:t>工具：主要用 Cursor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今天想分享什么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为什么要专门学「用 AI」，而不只是学写代码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我怎么用：提问方式、分工、固定循环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AI 实际帮我做了哪几类事（用识图举例，点到为止）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学习过程中的坑与原则（含一个 UI 理解偏差的反例）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给想开始用 AI 做东西的人：可带走的习惯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C6E02"/>
                </a:solidFill>
                <a:latin typeface="PingFang SC"/>
              </a:rPr>
              <a:t>识图只是载体：证明「会用 AI」能把想法更快变成可演示的东西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EDE5"/>
                </a:solidFill>
                <a:latin typeface="PingFang SC"/>
              </a:rPr>
              <a:t>01</a:t>
            </a:r>
          </a:p>
          <a:p>
            <a:r>
              <a:rPr sz="4000" b="1">
                <a:solidFill>
                  <a:srgbClr val="FFFFFF"/>
                </a:solidFill>
                <a:latin typeface="PingFang SC"/>
              </a:rPr>
              <a:t>先换一个心态</a:t>
            </a:r>
          </a:p>
          <a:p>
            <a:r>
              <a:rPr sz="1800" b="0">
                <a:solidFill>
                  <a:srgbClr val="FFEDE5"/>
                </a:solidFill>
                <a:latin typeface="PingFang SC"/>
              </a:rPr>
              <a:t>学的是协作，不是「让 AI 替你全包」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我后来才想清楚的三件事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AI 很强的是「把方向落地」：文档、代码、改 UI、查报错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AI 很弱的是「替你决定要什么」：目标、取舍、验收必须人来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真正要学的技能：说清楚、会拍板、会验收、会把经验写下来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和「学一门技术」有什么不同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C6E02"/>
                </a:solidFill>
                <a:latin typeface="PingFang SC"/>
              </a:rPr>
              <a:t>传统学习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先系统学语法 / 框架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再找项目练手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卡壳主要靠文档和搜索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进度慢，但路径清晰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C6E02"/>
                </a:solidFill>
                <a:latin typeface="PingFang SC"/>
              </a:rPr>
              <a:t>用 AI 学习 / 做事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可以边做边学：先有目标再补知识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卡壳时把报错/截图丢给 AI 一起查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风险：听不懂也照抄 → 埋雷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所以更要练：提问、质疑、验收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EDE5"/>
                </a:solidFill>
                <a:latin typeface="PingFang SC"/>
              </a:rPr>
              <a:t>02</a:t>
            </a:r>
          </a:p>
          <a:p>
            <a:r>
              <a:rPr sz="4000" b="1">
                <a:solidFill>
                  <a:srgbClr val="FFFFFF"/>
                </a:solidFill>
                <a:latin typeface="PingFang SC"/>
              </a:rPr>
              <a:t>我如何使用 AI</a:t>
            </a:r>
          </a:p>
          <a:p>
            <a:r>
              <a:rPr sz="1800" b="0">
                <a:solidFill>
                  <a:srgbClr val="FFEDE5"/>
                </a:solidFill>
                <a:latin typeface="PingFang SC"/>
              </a:rPr>
              <a:t>可复用的问法、分工与循环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我用的固定循环（每次任务都尽量走一遍）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874519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371600"/>
            <a:ext cx="502920" cy="502920"/>
          </a:xfrm>
          <a:prstGeom prst="ellipse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57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</a:rPr>
              <a:t>我说清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6517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727272"/>
                </a:solidFill>
                <a:latin typeface="PingFang SC"/>
              </a:rPr>
              <a:t>目标 / 场景
不要一上来
就说「帮我写」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188720"/>
            <a:ext cx="1874519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71800" y="1371600"/>
            <a:ext cx="502920" cy="502920"/>
          </a:xfrm>
          <a:prstGeom prst="ellipse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17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057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</a:rPr>
              <a:t>AI 列选项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6517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727272"/>
                </a:solidFill>
                <a:latin typeface="PingFang SC"/>
              </a:rPr>
              <a:t>2～3 种做法
有歧义先问我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188720"/>
            <a:ext cx="1874519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E0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417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057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</a:rPr>
              <a:t>我拍板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6517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727272"/>
                </a:solidFill>
                <a:latin typeface="PingFang SC"/>
              </a:rPr>
              <a:t>选哪个
边界是什么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188720"/>
            <a:ext cx="1874519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03720" y="1371600"/>
            <a:ext cx="502920" cy="502920"/>
          </a:xfrm>
          <a:prstGeom prst="ellipse">
            <a:avLst/>
          </a:prstGeom>
          <a:solidFill>
            <a:srgbClr val="2D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417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057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</a:rPr>
              <a:t>AI 落地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6517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727272"/>
                </a:solidFill>
                <a:latin typeface="PingFang SC"/>
              </a:rPr>
              <a:t>改文档/设计
写代码/修 bug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188720"/>
            <a:ext cx="1874519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0" y="1371600"/>
            <a:ext cx="502920" cy="502920"/>
          </a:xfrm>
          <a:prstGeom prst="ellipse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1417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057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</a:rPr>
              <a:t>我验收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26517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727272"/>
                </a:solidFill>
                <a:latin typeface="PingFang SC"/>
              </a:rPr>
              <a:t>真机点一遍
对不对、好不好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5560" y="1188720"/>
            <a:ext cx="1874519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35640" y="1371600"/>
            <a:ext cx="502920" cy="502920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35640" y="1417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05288" y="2057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</a:rPr>
              <a:t>沉淀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5288" y="26517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727272"/>
                </a:solidFill>
                <a:latin typeface="PingFang SC"/>
              </a:rPr>
              <a:t>踩坑记下来
写成规则下次用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3035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PingFang SC"/>
              </a:rPr>
              <a:t>跳过第 2、3 步（选项 + 拍板）直接写 → 最容易返工。识图取景框就是这样踩的坑。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怎么跟 AI 说话（比「提示词玄学」更实用）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说场景和对象：「给小朋友听的介绍」，比「做个 TTS」更清楚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给约束：平台（iOS 真机）、不要做什么、必须兼容什么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贴证据：报错原文、截图、相关文件路径 —— 比空喊「修好」有效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一次一件事：先登录通，再听介绍；别一口气要十个功能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不确定时主动要求它先问你：「有两种理解就先别改」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人和 AI 怎么分工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C6E02"/>
                </a:solidFill>
                <a:latin typeface="PingFang SC"/>
              </a:rPr>
              <a:t>我来做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定目标：孩子要能拍照识物并听懂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做取舍：先百度识别，口语改写后置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真机验收：通不通、好不好懂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指出「哪里不对」：具体观感，不只说「再优化」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决定优先级与是否继续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C6E02"/>
                </a:solidFill>
                <a:latin typeface="PingFang SC"/>
              </a:rPr>
              <a:t>AI 来做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扩写 PRD、页面清单、接口约定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写 Flutter / FastAPI、改 Figma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根据日志定位并修 bug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把口头计划记进进度表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把踩坑写成可检索的工作记录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我给 AI 准备的「外挂记忆」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项目里放规则：冲突先问再做、做完同步计划表 —— 每次会话自动遵守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设计 Skill：色板字号圆角，避免每页风格乱飘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工作记录：症状 → 原因 → 解法，下次自己和 AI 都能搜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计划进度：口头 idea 也写成 P-xxx，防止只说不做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收获：AI 会话会断、会忘；文件里的约定比聊天记录可靠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C6E02"/>
                </a:solidFill>
                <a:latin typeface="PingFang SC"/>
              </a:rPr>
              <a:t>学习用 AI 的关键一课：别只靠对话窗口，把约定写进仓库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EDE5"/>
                </a:solidFill>
                <a:latin typeface="PingFang SC"/>
              </a:rPr>
              <a:t>03</a:t>
            </a:r>
          </a:p>
          <a:p>
            <a:r>
              <a:rPr sz="4000" b="1">
                <a:solidFill>
                  <a:srgbClr val="FFFFFF"/>
                </a:solidFill>
                <a:latin typeface="PingFang SC"/>
              </a:rPr>
              <a:t>AI 帮我做了什么</a:t>
            </a:r>
          </a:p>
          <a:p>
            <a:r>
              <a:rPr sz="1800" b="0">
                <a:solidFill>
                  <a:srgbClr val="FFEDE5"/>
                </a:solidFill>
                <a:latin typeface="PingFang SC"/>
              </a:rPr>
              <a:t>用识图举例，按「能力类型」讲，不按功能清单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按能力类型看（比列功能更有迁移价值）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C6E02"/>
                </a:solidFill>
                <a:latin typeface="PingFang SC"/>
              </a:rPr>
              <a:t>想清楚 / 写清楚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把模糊想法写成 PRD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整理页面状态与交互规则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技术方案列选项供我拍板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C6E02"/>
                </a:solidFill>
                <a:latin typeface="PingFang SC"/>
              </a:rPr>
              <a:t>做出来 / 修好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前后端主流程代码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UI 对齐设计稿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真机联调、第三方 API 报错排查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能力类型（续）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C6E02"/>
                </a:solidFill>
                <a:latin typeface="PingFang SC"/>
              </a:rPr>
              <a:t>工程化 / 可重复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Git 仓库与每日自动备份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计划表、工作记录体系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把教训写成 Cursor 规则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C6E02"/>
                </a:solidFill>
                <a:latin typeface="PingFang SC"/>
              </a:rPr>
              <a:t>识图里对应的「结果感」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几天内从 0 到可演示 MVP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拍照识物 + 听介绍 + 空间学习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探索物种库、中英点读等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学习案例：从「我想听介绍」到能播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我说目标 → AI 列：系统 TTS / 流式 / 百度短文本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我拍板：短文本 + 非流式 + 百度云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AI 落地接口和详情播报条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验收时踩坑：长文本编码三次导致 502 → 一起修，并写入踩坑表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学到的：拍板要明确；验收要真机；坑要沉淀，否则下次还踩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学习案例：探索物种库里的「多次拍板」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AI 能写表、写接口、爬维基、缓存图片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但我必须决定：只展示常规？低分候选入库吗？图被墙怎么办？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学到的：复杂功能不是「一句做完」，而是一串小决策 + 小切片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用计划 ID（P-005a → P-005 → …）管理，比在聊天里东一句西一句清晰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EDE5"/>
                </a:solidFill>
                <a:latin typeface="PingFang SC"/>
              </a:rPr>
              <a:t>04</a:t>
            </a:r>
          </a:p>
          <a:p>
            <a:r>
              <a:rPr sz="4000" b="1">
                <a:solidFill>
                  <a:srgbClr val="FFFFFF"/>
                </a:solidFill>
                <a:latin typeface="PingFang SC"/>
              </a:rPr>
              <a:t>学用 AI 时踩过的坑</a:t>
            </a:r>
          </a:p>
          <a:p>
            <a:r>
              <a:rPr sz="1800" b="0">
                <a:solidFill>
                  <a:srgbClr val="FFEDE5"/>
                </a:solidFill>
                <a:latin typeface="PingFang SC"/>
              </a:rPr>
              <a:t>这些比功能本身更值得带走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反例：取景框 —— 没听清却还在改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1155680" cy="868680"/>
          </a:xfrm>
          <a:prstGeom prst="roundRect">
            <a:avLst/>
          </a:prstGeom>
          <a:solidFill>
            <a:srgbClr val="FFEDE5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ingFang SC"/>
              </a:rPr>
              <a:t>我说的：四角虚线连成圆弧（角标感）  ≠  AI 理解的：整圈虚线 / 乱连边框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1097280" cy="320040"/>
          </a:xfrm>
          <a:prstGeom prst="roundRect">
            <a:avLst/>
          </a:prstGeom>
          <a:solidFill>
            <a:srgbClr val="E0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第1次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ingFang SC"/>
              </a:rPr>
              <a:t>整圈虚线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4884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2286000"/>
            <a:ext cx="1097280" cy="320040"/>
          </a:xfrm>
          <a:prstGeom prst="roundRect">
            <a:avLst/>
          </a:prstGeom>
          <a:solidFill>
            <a:srgbClr val="E0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30428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第2次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ingFang SC"/>
              </a:rPr>
              <a:t>硬连封闭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611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2286000"/>
            <a:ext cx="1097280" cy="320040"/>
          </a:xfrm>
          <a:prstGeom prst="roundRect">
            <a:avLst/>
          </a:prstGeom>
          <a:solidFill>
            <a:srgbClr val="E0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0428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第3次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7889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ingFang SC"/>
              </a:rPr>
              <a:t>越改越怪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11880"/>
            <a:ext cx="111556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C6E02"/>
                </a:solidFill>
                <a:latin typeface="PingFang SC"/>
              </a:rPr>
              <a:t>这教给我学用 AI 的核心原则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没明白时，禁止「先改一版看看」连改多版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有两种理解 = 冲突：停下来问，等人拍板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正确示范：「是四角角标虚线弧，还是整圈虚线框？我先不改。」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ingFang SC"/>
              </a:rPr>
              <a:t>•  后来写进仓库规则：冲突先问再做 —— 让 AI 下次默认遵守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其它值得记住的「用 AI 坑」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照抄不理解：真机 IP、本地网络权限这类，AI 改完你也要知道为什么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上下文丢失：长对话后它会忘；重要约定写进文件/规则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一次要太多：功能耦在一起，失败了不知道哪步错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只开心不验收：看起来像做完了，真机一跑全挂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不记踩坑：同样的百度编码、路径中文问题会重复出现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技术踩坑也是「学用 AI」的一部分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把报错原文丢给 AI，比描述「网络不行了」有效十倍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让它解释原因，而不只给补丁 —— 你才学得到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例子：iOS 本地网络、百度 TTS 编码次数、LaunchAgent 中文路径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习惯：修完写进「症状→原因→解法」，下人和 AI 都受益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EDE5"/>
                </a:solidFill>
                <a:latin typeface="PingFang SC"/>
              </a:rPr>
              <a:t>05</a:t>
            </a:r>
          </a:p>
          <a:p>
            <a:r>
              <a:rPr sz="4000" b="1">
                <a:solidFill>
                  <a:srgbClr val="FFFFFF"/>
                </a:solidFill>
                <a:latin typeface="PingFang SC"/>
              </a:rPr>
              <a:t>可以带走的习惯</a:t>
            </a:r>
          </a:p>
          <a:p>
            <a:r>
              <a:rPr sz="1800" b="0">
                <a:solidFill>
                  <a:srgbClr val="FFEDE5"/>
                </a:solidFill>
                <a:latin typeface="PingFang SC"/>
              </a:rPr>
              <a:t>开始用 AI 做事时，建议先练这些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给想学用 AI 的人：7 个习惯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先写一句话目标，再让 AI 动工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要求它「有歧义先问我」，写进规则更好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你负责拍板和验收，不要把决策外包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一次只推进一个可验证的小切片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报错贴原文；改完真机验证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把约定和踩坑写进项目文件，不靠聊天记忆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定期复盘：这周 AI 帮我加速了什么？我又亲自做了哪些判断？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识图作为练习场：它证明了什么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不会「先精通全栈再开工」：可以在 AI 协助下边做边学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几天内能从想法走到可演示闭环（证明协作方式有效）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真正难的是协作质量：说清、拍板、验收、沉淀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产品细节今天可以少讲；方法可以迁移到你的下一个想法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PingFang SC"/>
              </a:rPr>
              <a:t>如果只记住三句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AI 是超级执行者，不是产品经理 —— 方向在你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没听清就停问，不要连改碰运气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PingFang SC"/>
              </a:rPr>
              <a:t>•  把好用的约定写成文件/规则，让下次的 AI（和自己）继承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27272"/>
                </a:solidFill>
                <a:latin typeface="PingFang SC"/>
              </a:rPr>
              <a:t>学习用 AI · 以「识图」为案例    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6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EDE5"/>
                </a:solidFill>
                <a:latin typeface="PingFang SC"/>
              </a:rPr>
              <a:t>谢谢</a:t>
            </a:r>
          </a:p>
          <a:p>
            <a:r>
              <a:rPr sz="2800" b="1">
                <a:solidFill>
                  <a:srgbClr val="FFFFFF"/>
                </a:solidFill>
                <a:latin typeface="PingFang SC"/>
              </a:rPr>
              <a:t>学用 AI，本质是学：
说清楚、会拍板、会验收、会沉淀。</a:t>
            </a:r>
          </a:p>
          <a:p>
            <a:r>
              <a:rPr sz="1800" b="0">
                <a:solidFill>
                  <a:srgbClr val="FFEDE5"/>
                </a:solidFill>
                <a:latin typeface="PingFang SC"/>
              </a:rPr>
              <a:t>
欢迎交流：你怎么用 AI？卡在哪一步？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